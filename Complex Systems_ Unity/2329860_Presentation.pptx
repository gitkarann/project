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atrick Han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402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rive.google.com/file/d/1ta7oAxM_0NS5cgSzGdb3818rS4pRdo90/view" TargetMode="External"/><Relationship Id="rId5" Type="http://schemas.openxmlformats.org/officeDocument/2006/relationships/hyperlink" Target="https://drive.google.com/file/d/1Jlr0DjPCIwfTy_jgxEpP_egadTvFnfBs/view?usp=sharing" TargetMode="External"/><Relationship Id="rId4" Type="http://schemas.openxmlformats.org/officeDocument/2006/relationships/hyperlink" Target="https://drive.google.com/file/d/1URHps67z2YXPWjpFqY5IzIJv_WtapZD7/view?usp=shar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31172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760226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AI-Driven Pathfinding &amp; Multi-Agent Navigation in Unity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436471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A* Algorithm, Ant Colony Optimization, and Multi-Agent Systems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5055870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57" y="5063490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316" y="5037415"/>
            <a:ext cx="1453634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 Bold" pitchFamily="34" charset="0"/>
                <a:ea typeface="Patrick Hand Bold" pitchFamily="34" charset="-122"/>
                <a:cs typeface="Patrick Hand Bold" pitchFamily="34" charset="-120"/>
              </a:rPr>
              <a:t>by Karan Sah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87937"/>
            <a:ext cx="5129213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Introduction to AI Navigation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437" y="257532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objectives: AI-based navigation in Unity.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3248025"/>
            <a:ext cx="3584615" cy="1770936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12493" y="3510082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Dynamic Environments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2493" y="3966805"/>
            <a:ext cx="30605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Enable realistic agent behavior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868" y="3248025"/>
            <a:ext cx="3584615" cy="1770936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43924" y="3510082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Optimized Paths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443924" y="3966805"/>
            <a:ext cx="30605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Efficient movement through levels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50437" y="5265777"/>
            <a:ext cx="7415927" cy="1375886"/>
          </a:xfrm>
          <a:prstGeom prst="roundRect">
            <a:avLst>
              <a:gd name="adj" fmla="val 7536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2493" y="552783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Intelligent Agents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12493" y="5984558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React and adapt to changes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574965"/>
            <a:ext cx="523386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A* Pathfinding and Heuristics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380916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G-Cost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364593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Cost from start to current node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80916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H-Cost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695" y="4364593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Estimated cost to the goal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80916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F-Cost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81354" y="4364593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Total cost (G + H)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4037" y="525946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Euclidean heuristics for optimized search.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99222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Multi-Agent Navigation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38660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5161" y="263342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Load-Based Speed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955161" y="309014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Adjust speed based on weight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86786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55161" y="411468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Collision Avoidance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955161" y="4571405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Prevent crashes between agents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34912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55161" y="559593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Collaborative Movement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955161" y="6052661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Agents work together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596158"/>
            <a:ext cx="507384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Hybrid Navigation: ACO &amp; A*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3583543"/>
            <a:ext cx="556260" cy="5562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437" y="4386620"/>
            <a:ext cx="222504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ACO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350437" y="4843343"/>
            <a:ext cx="22250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Optimize multi-goal deliveries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761" y="3583543"/>
            <a:ext cx="556260" cy="5562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45761" y="4386620"/>
            <a:ext cx="222515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A*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8945761" y="4843343"/>
            <a:ext cx="22251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Efficient return trip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1204" y="3583543"/>
            <a:ext cx="556260" cy="5562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1204" y="4386620"/>
            <a:ext cx="222504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1541204" y="4843343"/>
            <a:ext cx="22250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ACO vs A* efficiency comparison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97988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Assets Used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3108841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92288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EasyRoad3D</a:t>
            </a:r>
            <a:endParaRPr lang="en-US" sz="1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3108841"/>
            <a:ext cx="4053959" cy="2505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88161" y="592288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Polygon City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3108841"/>
            <a:ext cx="4053840" cy="25054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2404" y="592288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Simple Poly City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090" y="585015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Demo Video Links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29150" y="166486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4531" y="1794400"/>
            <a:ext cx="10763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592937" y="166486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1: A* Pathfinding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592937" y="2121583"/>
            <a:ext cx="751617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Demo of single agent </a:t>
            </a: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pathfinding:</a:t>
            </a:r>
          </a:p>
          <a:p>
            <a:pPr>
              <a:lnSpc>
                <a:spcPts val="3100"/>
              </a:lnSpc>
            </a:pP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4"/>
              </a:rPr>
              <a:t>https://drive.google.com/file/d/1URHps67z2YXPWjpFqY5IzIJv_WtapZD7/view?usp=sharing</a:t>
            </a:r>
            <a:endParaRPr lang="en-US" sz="1900" dirty="0" smtClean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>
              <a:lnSpc>
                <a:spcPts val="3100"/>
              </a:lnSpc>
            </a:pPr>
            <a:endParaRPr lang="en-US" sz="1900" dirty="0" smtClean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97659" y="35593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2810" y="3700176"/>
            <a:ext cx="13870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523464" y="3585689"/>
            <a:ext cx="275451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2: Multi-Agent Navigation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459428" y="3892693"/>
            <a:ext cx="747772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Demonstration of collaborative </a:t>
            </a: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movement:</a:t>
            </a:r>
          </a:p>
          <a:p>
            <a:pPr>
              <a:lnSpc>
                <a:spcPts val="3100"/>
              </a:lnSpc>
            </a:pPr>
            <a:r>
              <a:rPr lang="en-US" sz="1900" dirty="0" smtClean="0">
                <a:latin typeface="Patrick Hand" panose="020B0604020202020204" charset="0"/>
                <a:hlinkClick r:id="rId5"/>
              </a:rPr>
              <a:t>https://drive.google.com/file/d/1Jlr0DjPCIwfTy_jgxEpP_egadTvFnfBs/view?usp=sharing</a:t>
            </a:r>
            <a:endParaRPr lang="en-US" sz="1900" dirty="0" smtClean="0">
              <a:latin typeface="Patrick Hand" panose="020B0604020202020204" charset="0"/>
            </a:endParaRPr>
          </a:p>
          <a:p>
            <a:pPr>
              <a:lnSpc>
                <a:spcPts val="3100"/>
              </a:lnSpc>
            </a:pPr>
            <a:endParaRPr lang="en-US" sz="1900" dirty="0">
              <a:latin typeface="Patrick Hand" panose="020B06040202020202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4037" y="52070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5373" y="5336619"/>
            <a:ext cx="13275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666280" y="520707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3: Hybrid ACO &amp; A*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666279" y="5663803"/>
            <a:ext cx="7477721" cy="210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Combining ACO and A* for optimal </a:t>
            </a: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results:</a:t>
            </a:r>
          </a:p>
          <a:p>
            <a:pPr>
              <a:lnSpc>
                <a:spcPts val="3100"/>
              </a:lnSpc>
            </a:pP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6"/>
              </a:rPr>
              <a:t>https://drive.google.com/file/d/1ta7oAxM_0NS5cgSzGdb3818rS4pRdo90/view</a:t>
            </a: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?</a:t>
            </a:r>
          </a:p>
          <a:p>
            <a:pPr>
              <a:lnSpc>
                <a:spcPts val="3100"/>
              </a:lnSpc>
            </a:pPr>
            <a:r>
              <a:rPr lang="en-US" sz="1900" dirty="0" err="1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usp</a:t>
            </a:r>
            <a:r>
              <a:rPr lang="en-US" sz="19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=sharing</a:t>
            </a:r>
          </a:p>
          <a:p>
            <a:pPr>
              <a:lnSpc>
                <a:spcPts val="3100"/>
              </a:lnSpc>
            </a:pPr>
            <a:endParaRPr lang="en-US" sz="1900" dirty="0" smtClean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>
              <a:lnSpc>
                <a:spcPts val="3100"/>
              </a:lnSpc>
            </a:pPr>
            <a:endParaRPr lang="en-US" sz="1900" dirty="0" smtClean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683419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 &amp; Applications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167080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learnings from A</a:t>
            </a:r>
            <a:r>
              <a:rPr lang="en-US" sz="190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*, </a:t>
            </a:r>
            <a:r>
              <a:rPr lang="en-US" sz="190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ACO, multi-agent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and hybrid navigation.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1219081" y="2343507"/>
            <a:ext cx="30480" cy="4529852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1481554" y="2883575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7" name="Shape 4"/>
          <p:cNvSpPr/>
          <p:nvPr/>
        </p:nvSpPr>
        <p:spPr>
          <a:xfrm>
            <a:off x="956608" y="262116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0445" y="2750701"/>
            <a:ext cx="10763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2592110" y="259032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Logistics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592110" y="3047048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Optimized delivery routes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481554" y="447579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12" name="Shape 9"/>
          <p:cNvSpPr/>
          <p:nvPr/>
        </p:nvSpPr>
        <p:spPr>
          <a:xfrm>
            <a:off x="956608" y="421338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64967" y="4342924"/>
            <a:ext cx="13870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2592110" y="418254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Robotics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2592110" y="4639270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Efficient robot navigation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1481554" y="6068020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17" name="Shape 14"/>
          <p:cNvSpPr/>
          <p:nvPr/>
        </p:nvSpPr>
        <p:spPr>
          <a:xfrm>
            <a:off x="956608" y="580560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67944" y="5935147"/>
            <a:ext cx="13275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2592110" y="577476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Autonomous Vehicles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2592110" y="6231493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Path planning and collision avoidance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64037" y="715101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Thank you!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236</Words>
  <Application>Microsoft Office PowerPoint</Application>
  <PresentationFormat>Custom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Patrick Hand</vt:lpstr>
      <vt:lpstr>Patrick Hand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College</cp:lastModifiedBy>
  <cp:revision>4</cp:revision>
  <dcterms:created xsi:type="dcterms:W3CDTF">2025-02-09T14:11:29Z</dcterms:created>
  <dcterms:modified xsi:type="dcterms:W3CDTF">2025-02-09T14:29:27Z</dcterms:modified>
</cp:coreProperties>
</file>